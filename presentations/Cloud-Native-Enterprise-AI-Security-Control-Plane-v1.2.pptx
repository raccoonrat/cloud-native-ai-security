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  <a:latin typeface="Microsoft YaHei"/>
              </a:defRPr>
            </a:pPr>
            <a:r>
              <a:t>云原生企业 AI 安全控制平面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Cloud Native Enterprise AI Security Control Plane</a:t>
            </a:r>
          </a:p>
          <a:p>
            <a:pPr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V1.2 · MCP / Tool-Calling Runtime Security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工程 / 平台 / 安全 / SRE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1E2761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统一 AI 运行时安全控制平面：input、RAG、tool、agent、output 全链路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策略驱动：policy runtime 按租户/区域/角色/数据等级执行安全行为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多信号融合：detector 产信号，decision engine 合成最终动作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可解释决策：每次 allow/block/redact 含 reason_code + matched rules + evidence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审计级追溯：decision trace 支持合规、复盘、offline replay、release gate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云原生可扩展：K8s / sidecar / gateway / SDK，多租户多区域灰度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01 / 18 · 执行摘要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1E2761"/>
                </a:solidFill>
                <a:latin typeface="Microsoft YaHei"/>
              </a:defRPr>
            </a:pPr>
            <a:r>
              <a:t>范式转移：从文本生成到工具执行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Enterprise AI 进入运维控制面：MCP / tool-calling 带来真实副作用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Northbound API 认证、TLS、限流仍然必要，但已不充分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自然语言意图可能被错误翻译为 API 调用；prompt injection 可影响工具与参数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这些问题应抽象为平台级能力，而非某产品 MCP 集成的局部补丁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02 / 18 · 范式转移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系统解决的核心风险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Injection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Prompt + RAG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注入与检索污染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Leakage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PII / 机密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输入输出泄密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Tool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Abuse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越权与危险参数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Automation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Agent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多步自主失控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063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Transport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Trust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TLS / 证书 / 确认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063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Evidence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Gap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无法证明决策依据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03 / 18 · 风险全景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1E2761"/>
                </a:solidFill>
                <a:latin typeface="Microsoft YaHei"/>
              </a:defRPr>
            </a:pPr>
            <a:r>
              <a:t>系统定位：是什么 / 不是什么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✓ 企业 AI 运行时安全控制平面（非单点 detector / prompt filter）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✓ 策略驱动 + 上下文感知 + 多信号融合 + 可解释决策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✗ 非模型训练安全平台、非 IAM 替代品、非完整 DLP 替代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✗ 非单一内容审核服务、非仅依赖 LLM Judge 的 guardrail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04 / 18 · 系统定位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第一幕</a:t>
            </a:r>
          </a:p>
          <a:p>
            <a:pPr>
              <a:spcBef>
                <a:spcPts val="1600"/>
              </a:spcBef>
              <a:defRPr sz="2000">
                <a:solidFill>
                  <a:srgbClr val="02C39A"/>
                </a:solidFill>
                <a:latin typeface="Microsoft YaHei"/>
              </a:defRPr>
            </a:pPr>
            <a:r>
              <a:t>架构原则与控制平面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05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设计原则：Control Plane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统一流水线：Context → Signals → Policy → Decision → Enforcement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→ Trace → Evaluation → Release Gate → Feedback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实现统一策略治理、审计证据、发布门禁、风险度量、回放复现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拒绝散落在业务代码中的 if/else 安全判断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06 / 18 · 控制平面优先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1E2761"/>
                </a:solidFill>
                <a:latin typeface="Microsoft YaHei"/>
              </a:defRPr>
            </a:pPr>
            <a:r>
              <a:t>设计原则：Detector Does Not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Detector 只产生 normalized signal，不直接 block/allow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Decision Engine 负责：signal fusion + policy matching + action synthesis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每次决策携带 reason_code、matched_rules、evidence 引用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Detector 版本变更纳入 replay key，保证决策可复现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07 / 18 · 检测与决策分离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1E2761"/>
                </a:solidFill>
                <a:latin typeface="Microsoft YaHei"/>
              </a:defRPr>
            </a:pPr>
            <a:r>
              <a:t>八层架构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① Enterprise Request  ② Context Builder  ③ Detection Layer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④ Signal Normalization &amp; Fusion  ⑤ Policy Runtime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⑥ Decision Engine  ⑦ Enforcement Layer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⑧ Trace / Evidence / Evaluation / Release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08 / 18 · 高层架构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第二幕</a:t>
            </a:r>
          </a:p>
          <a:p>
            <a:pPr>
              <a:spcBef>
                <a:spcPts val="1600"/>
              </a:spcBef>
              <a:defRPr sz="2000">
                <a:solidFill>
                  <a:srgbClr val="02C39A"/>
                </a:solidFill>
                <a:latin typeface="Microsoft YaHei"/>
              </a:defRPr>
            </a:pPr>
            <a:r>
              <a:t>MCP / Tool-Calling 安全边界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09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MCP 是 AI 中介执行边界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MCP / tool-calling ≠ 对既有 API 的 thin wrapper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所有 tool-mediated 操作必须在 tool_pre_execution / agent_step_check 过控制平面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绑定 user → client → MCP server → tool → API → resource → action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通用 API wrapper 工具默认 block，除非 policy 显式批准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disruptive 操作须 explicit_user_confirmation + confirmation_challenge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10 / 18 · MCP 边界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1E2761"/>
                </a:solidFill>
                <a:latin typeface="Microsoft YaHei"/>
              </a:defRPr>
            </a:pPr>
            <a:r>
              <a:t>信任链与指令/数据分离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Tool-to-API Trust Chain：每一跳绑定身份，参数 schema + resource-scope 校验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Instruction/Data Separation：用户 prompt、RAG chunk、tool output = 不可信数据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系统 prompt、policy snapshot、批准 schema、用户确认 = 可信指令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外部内容不得成为 agent loop 中的可执行指令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11 / 18 · 信任链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第三幕</a:t>
            </a:r>
          </a:p>
          <a:p>
            <a:pPr>
              <a:spcBef>
                <a:spcPts val="1600"/>
              </a:spcBef>
              <a:defRPr sz="2000">
                <a:solidFill>
                  <a:srgbClr val="02C39A"/>
                </a:solidFill>
                <a:latin typeface="Microsoft YaHei"/>
              </a:defRPr>
            </a:pPr>
            <a:r>
              <a:t>运行时契约与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1E2761"/>
                </a:solidFill>
                <a:latin typeface="Microsoft YaHei"/>
              </a:defRPr>
            </a:pPr>
            <a:r>
              <a:t>Canonical Contract（硬约束源）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stage 枚举：input_precheck · rag_* · tool_pre/post · agent_* · model_output_check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request_type 已 deprecated，禁止用于策略/trace/eval 匹配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Action 状态机：terminal / transform / human-async / observability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require_approval 是 pending state，须携带 approval_ticket_id</a:t>
            </a:r>
          </a:p>
          <a:p>
            <a:pPr>
              <a:spcAft>
                <a:spcPts val="1000"/>
              </a:spcAft>
              <a:defRPr sz="1700">
                <a:solidFill>
                  <a:srgbClr val="1E2761"/>
                </a:solidFill>
                <a:latin typeface="Microsoft YaHei"/>
              </a:defRPr>
            </a:pPr>
            <a:r>
              <a:t>Replay：content hash + context hash + detector/policy/engine versions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13 / 18 · 运行时契约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四类 Enforcement 控制面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Input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input_precheck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注入 · PII · 策略绑定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RAG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chunk check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来源信任 · remove_chunk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Tool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pre_execution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V1.2 重点 · 参数校验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Output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output_check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泄密 · redact ·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14 / 18 · Enforcement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Policy DSL · Trace · Release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Policy DSL v0.1：validate / lint / diff，immutable policy snapshot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两阶段 Trace：同步 minimal commit（trace_id 100%）+ 异步 evidence 补充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Release Gate：detector/policy/schema 发布阻断指标回归</a:t>
            </a:r>
          </a:p>
          <a:p>
            <a:pPr>
              <a:spcAft>
                <a:spcPts val="1000"/>
              </a:spcAft>
              <a:defRPr sz="1700">
                <a:solidFill>
                  <a:srgbClr val="E8EDF5"/>
                </a:solidFill>
                <a:latin typeface="Microsoft YaHei"/>
              </a:defRPr>
            </a:pPr>
            <a:r>
              <a:t>enforcement_mode：monitor · shadow · active · canary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15 / 18 · 治理与证据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2761"/>
                </a:solidFill>
                <a:latin typeface="Microsoft YaHei"/>
              </a:defRPr>
            </a:pPr>
            <a:r>
              <a:t>工程实施路线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P0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Vertical Slice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input + output 闭环 · Replay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P1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Policy Hardening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DSL · Evidence · Gate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P1.5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MCP Slice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tool_pre_execution 最小闭环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P2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RAG + Agent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chunk 安全 · agent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0632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A6B7D"/>
                </a:solidFill>
                <a:latin typeface="Microsoft YaHei"/>
              </a:defRPr>
            </a:pPr>
            <a:r>
              <a:t>P3</a:t>
            </a:r>
          </a:p>
          <a:p>
            <a:pPr>
              <a:spcBef>
                <a:spcPts val="400"/>
              </a:spcBef>
              <a:defRPr sz="2200" b="1">
                <a:solidFill>
                  <a:srgbClr val="065A82"/>
                </a:solidFill>
                <a:latin typeface="Microsoft YaHei"/>
              </a:defRPr>
            </a:pPr>
            <a:r>
              <a:t>Production</a:t>
            </a:r>
          </a:p>
          <a:p>
            <a:pPr>
              <a:spcBef>
                <a:spcPts val="200"/>
              </a:spcBef>
              <a:defRPr sz="1000">
                <a:solidFill>
                  <a:srgbClr val="5A6B7D"/>
                </a:solidFill>
                <a:latin typeface="Microsoft YaHei"/>
              </a:defRPr>
            </a:pPr>
            <a:r>
              <a:t>online sampling · auto rollback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16 / 18 · 路线图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2C39A"/>
                </a:solidFill>
                <a:latin typeface="Microsoft YaHei"/>
              </a:defRPr>
            </a:pPr>
            <a:r>
              <a:t>核心判断</a:t>
            </a:r>
          </a:p>
          <a:p>
            <a:pPr>
              <a:spcBef>
                <a:spcPts val="2000"/>
              </a:spcBef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Northbound API 安全是 trust chain 的必要一环，</a:t>
            </a:r>
            <a:br/>
            <a:r>
              <a:t>MCP/tool 层必须独立做意图、参数、确认与审计控制。</a:t>
            </a:r>
          </a:p>
          <a:p>
            <a:pPr>
              <a:spcBef>
                <a:spcPts val="2400"/>
              </a:spcBef>
              <a:defRPr sz="1600">
                <a:solidFill>
                  <a:srgbClr val="C0C8D4"/>
                </a:solidFill>
                <a:latin typeface="Microsoft YaHei"/>
              </a:defRPr>
            </a:pPr>
            <a:r>
              <a:t>先跑通 P0 vertical slice，再 ship P1.5 给 MCP 集成场景。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17 / 18 · 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